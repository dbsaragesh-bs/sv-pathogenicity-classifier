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Do long reads help classify pathogenic SVs?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Matched simulation: same SV, same genome, two technologies</a:t>
            </a:r>
          </a:p>
          <a:p>
            <a:pPr>
              <a:spcAft>
                <a:spcPts val="800"/>
              </a:spcAft>
              <a:defRPr sz="1800"/>
            </a:pPr>
            <a:r>
              <a:t>• Arm A short only vs Arm B short + long vs Oracle</a:t>
            </a:r>
          </a:p>
          <a:p>
            <a:pPr>
              <a:spcAft>
                <a:spcPts val="800"/>
              </a:spcAft>
              <a:defRPr sz="1800"/>
            </a:pPr>
            <a:r>
              <a:t>• Primary metric: AUPRC with cluster-bootstrap CI</a:t>
            </a:r>
          </a:p>
          <a:p>
            <a:pPr>
              <a:spcAft>
                <a:spcPts val="800"/>
              </a:spcAft>
              <a:defRPr sz="1800"/>
            </a:pPr>
            <a:r>
              <a:t>• Result: no gain once an SV is detected; gain is in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Why simulate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Pathogenic SVs have no reads</a:t>
            </a:r>
          </a:p>
          <a:p>
            <a:pPr>
              <a:spcAft>
                <a:spcPts val="800"/>
              </a:spcAft>
              <a:defRPr sz="1800"/>
            </a:pPr>
            <a:r>
              <a:t>• Real benign short and long reads come from different material</a:t>
            </a:r>
          </a:p>
          <a:p>
            <a:pPr>
              <a:spcAft>
                <a:spcPts val="800"/>
              </a:spcAft>
              <a:defRPr sz="1800"/>
            </a:pPr>
            <a:r>
              <a:t>• Plant every SV (both classes) into a GRCh38 window; simulate both read types with identical label-blind code</a:t>
            </a:r>
          </a:p>
          <a:p>
            <a:pPr>
              <a:spcAft>
                <a:spcPts val="800"/>
              </a:spcAft>
              <a:defRPr sz="1800"/>
            </a:pPr>
            <a:r>
              <a:t>• Cost: result depends on simulator realism (checked on HG002)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Data: 4,030 SVs, 2,015 per class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ClinVar P/LP vs B/LB (&gt;=1 star) + gnomAD-SV v4.1 common PASS</a:t>
            </a:r>
          </a:p>
          <a:p>
            <a:pPr>
              <a:spcAft>
                <a:spcPts val="800"/>
              </a:spcAft>
              <a:defRPr sz="1800"/>
            </a:pPr>
            <a:r>
              <a:t>• Conflicts and near-duplicates removed; local-density cap</a:t>
            </a:r>
          </a:p>
          <a:p>
            <a:pPr>
              <a:spcAft>
                <a:spcPts val="800"/>
              </a:spcAft>
              <a:defRPr sz="1800"/>
            </a:pPr>
            <a:r>
              <a:t>• Matched on type x size bins (KS p = 0.42)</a:t>
            </a:r>
          </a:p>
          <a:p>
            <a:pPr>
              <a:spcAft>
                <a:spcPts val="800"/>
              </a:spcAft>
              <a:defRPr sz="1800"/>
            </a:pPr>
            <a:r>
              <a:t>• Size, type, chromosome, position baselines: AUROC 0.48-0.53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ART 2x150 + in-house HiFi, 30x, het SV, background variants</a:t>
            </a:r>
          </a:p>
          <a:p>
            <a:pPr>
              <a:spcAft>
                <a:spcPts val="800"/>
              </a:spcAft>
              <a:defRPr sz="1800"/>
            </a:pPr>
            <a:r>
              <a:t>• bwa-mem / minimap2 to full GRCh38</a:t>
            </a:r>
          </a:p>
          <a:p>
            <a:pPr>
              <a:spcAft>
                <a:spcPts val="800"/>
              </a:spcAft>
              <a:defRPr sz="1800"/>
            </a:pPr>
            <a:r>
              <a:t>• Manta+Delly | Sniffles2+cuteSV</a:t>
            </a:r>
          </a:p>
          <a:p>
            <a:pPr>
              <a:spcAft>
                <a:spcPts val="800"/>
              </a:spcAft>
              <a:defRPr sz="1800"/>
            </a:pPr>
            <a:r>
              <a:t>• Detection 0.916 short, 0.945 HiFi; median breakpoint error 1 bp both</a:t>
            </a:r>
          </a:p>
          <a:p>
            <a:pPr>
              <a:spcAft>
                <a:spcPts val="800"/>
              </a:spcAft>
              <a:defRPr sz="1800"/>
            </a:pPr>
            <a:r>
              <a:t>• 29 pseudo-sample batches; CPU for genomics, GPU for models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Leakage audit: pipeline is label-blind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Nuisance-only, shuffle, adversarial, shortcut models: AUROC 0.49-0.55</a:t>
            </a:r>
          </a:p>
          <a:p>
            <a:pPr>
              <a:spcAft>
                <a:spcPts val="800"/>
              </a:spcAft>
              <a:defRPr sz="1800"/>
            </a:pPr>
            <a:r>
              <a:t>• Source swap (gnomAD-benign -&gt; ClinVar-benign): AUROC 0.89 / 0.96</a:t>
            </a:r>
          </a:p>
          <a:p>
            <a:pPr>
              <a:spcAft>
                <a:spcPts val="800"/>
              </a:spcAft>
              <a:defRPr sz="1800"/>
            </a:pPr>
            <a:r>
              <a:t>• Simulation parameters identical across classes (KS p &gt; 0.27)</a:t>
            </a:r>
          </a:p>
          <a:p>
            <a:pPr>
              <a:spcAft>
                <a:spcPts val="800"/>
              </a:spcAft>
              <a:defRPr sz="1800"/>
            </a:pPr>
            <a:r>
              <a:t>• High AUPRC (~0.98) comes from gene context, not leakage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XGBoost AUPRC: A 0.984, B 0.985, Oracle 0.986</a:t>
            </a:r>
          </a:p>
          <a:p>
            <a:pPr>
              <a:spcAft>
                <a:spcPts val="800"/>
              </a:spcAft>
              <a:defRPr sz="1800"/>
            </a:pPr>
            <a:r>
              <a:t>• B - A = +0.0004 [-0.0021, +0.0038]</a:t>
            </a:r>
          </a:p>
          <a:p>
            <a:pPr>
              <a:spcAft>
                <a:spcPts val="800"/>
              </a:spcAft>
              <a:defRPr sz="1800"/>
            </a:pPr>
            <a:r>
              <a:t>• LR, RF, MLP agree</a:t>
            </a:r>
          </a:p>
          <a:p>
            <a:pPr>
              <a:spcAft>
                <a:spcPts val="800"/>
              </a:spcAft>
              <a:defRPr sz="1800"/>
            </a:pPr>
            <a:r>
              <a:t>• Exon-overlap status changed in 0/3,510 SVs between A and B coordinates</a:t>
            </a:r>
          </a:p>
        </p:txBody>
      </p:sp>
      <p:pic>
        <p:nvPicPr>
          <p:cNvPr id="4" name="Picture 3" descr="pr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5619404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Where would a gain be? Ladder and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Ladder steps all within CI of 0</a:t>
            </a:r>
          </a:p>
          <a:p>
            <a:pPr>
              <a:spcAft>
                <a:spcPts val="800"/>
              </a:spcAft>
              <a:defRPr sz="1800"/>
            </a:pPr>
            <a:r>
              <a:t>• Leave-one-family-out: max drop 0.005</a:t>
            </a:r>
          </a:p>
          <a:p>
            <a:pPr>
              <a:spcAft>
                <a:spcPts val="800"/>
              </a:spcAft>
              <a:defRPr sz="1800"/>
            </a:pPr>
            <a:r>
              <a:t>• All SVs incl. undetected: +0.0036 [+0.0021, +0.0054]</a:t>
            </a:r>
          </a:p>
          <a:p>
            <a:pPr>
              <a:spcAft>
                <a:spcPts val="800"/>
              </a:spcAft>
              <a:defRPr sz="1800"/>
            </a:pPr>
            <a:r>
              <a:t>• Exon-hit only: +0.0019 [+0.0004, +0.0035] (exploratory)</a:t>
            </a:r>
          </a:p>
        </p:txBody>
      </p:sp>
      <p:pic>
        <p:nvPicPr>
          <p:cNvPr id="4" name="Picture 3" descr="ablation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747958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Why: SHAP and feature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Annotation dominates (exons hit, CDS overlap, LOEUF)</a:t>
            </a:r>
          </a:p>
          <a:p>
            <a:pPr>
              <a:spcAft>
                <a:spcPts val="800"/>
              </a:spcAft>
              <a:defRPr sz="1800"/>
            </a:pPr>
            <a:r>
              <a:t>• Long-read evidence adds redundant information</a:t>
            </a:r>
          </a:p>
          <a:p>
            <a:pPr>
              <a:spcAft>
                <a:spcPts val="800"/>
              </a:spcAft>
              <a:defRPr sz="1800"/>
            </a:pPr>
            <a:r>
              <a:t>• GPU TreeSHAP on XGBoost</a:t>
            </a:r>
          </a:p>
        </p:txBody>
      </p:sp>
      <p:pic>
        <p:nvPicPr>
          <p:cNvPr id="4" name="Picture 3" descr="shap_famil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10460736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Stratified gain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No stratum excludes 0</a:t>
            </a:r>
          </a:p>
          <a:p>
            <a:pPr>
              <a:spcAft>
                <a:spcPts val="800"/>
              </a:spcAft>
              <a:defRPr sz="1800"/>
            </a:pPr>
            <a:r>
              <a:t>• Small SVs: +0.002 [-0.002, +0.010]</a:t>
            </a:r>
          </a:p>
          <a:p>
            <a:pPr>
              <a:spcAft>
                <a:spcPts val="800"/>
              </a:spcAft>
              <a:defRPr sz="1800"/>
            </a:pPr>
            <a:r>
              <a:t>• Segdup: -0.017 [-0.040, +0.005] (n = 263)</a:t>
            </a:r>
          </a:p>
          <a:p>
            <a:pPr>
              <a:spcAft>
                <a:spcPts val="800"/>
              </a:spcAft>
              <a:defRPr sz="1800"/>
            </a:pPr>
            <a:r>
              <a:t>• Power: MDE ~0.02 for ~250 SVs</a:t>
            </a:r>
          </a:p>
        </p:txBody>
      </p:sp>
      <p:pic>
        <p:nvPicPr>
          <p:cNvPr id="4" name="Picture 3" descr="stratified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3588589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Depth sweep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6692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Long detection 97.8 / 97.4 / 94.8 / 76.4 % at 30/20/10/5x</a:t>
            </a:r>
          </a:p>
          <a:p>
            <a:pPr>
              <a:spcAft>
                <a:spcPts val="800"/>
              </a:spcAft>
              <a:defRPr sz="1800"/>
            </a:pPr>
            <a:r>
              <a:t>• Classifier AUPRC flat</a:t>
            </a:r>
          </a:p>
          <a:p>
            <a:pPr>
              <a:spcAft>
                <a:spcPts val="800"/>
              </a:spcAft>
              <a:defRPr sz="1800"/>
            </a:pPr>
            <a:r>
              <a:t>• Detection benefit plateaus at ~10-20x</a:t>
            </a:r>
          </a:p>
          <a:p>
            <a:pPr>
              <a:spcAft>
                <a:spcPts val="800"/>
              </a:spcAft>
              <a:defRPr sz="1800"/>
            </a:pPr>
            <a:r>
              <a:t>• 60x short: detection 92.9 % vs HiFi 97.8 %</a:t>
            </a:r>
          </a:p>
        </p:txBody>
      </p:sp>
      <p:pic>
        <p:nvPicPr>
          <p:cNvPr id="4" name="Picture 3" descr="depth_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71600"/>
            <a:ext cx="1188720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Real-data check (HG002)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104 GIAB deletions through the same code</a:t>
            </a:r>
          </a:p>
          <a:p>
            <a:pPr>
              <a:spcAft>
                <a:spcPts val="800"/>
              </a:spcAft>
              <a:defRPr sz="1800"/>
            </a:pPr>
            <a:r>
              <a:t>• Adversarial real-vs-sim AUROC 0.97 / 0.98</a:t>
            </a:r>
          </a:p>
          <a:p>
            <a:pPr>
              <a:spcAft>
                <a:spcPts val="800"/>
              </a:spcAft>
              <a:defRPr sz="1800"/>
            </a:pPr>
            <a:r>
              <a:t>• Real HiFi breakpoint dispersion 5-10 bp vs 0 in simulation</a:t>
            </a:r>
          </a:p>
          <a:p>
            <a:pPr>
              <a:spcAft>
                <a:spcPts val="800"/>
              </a:spcAft>
              <a:defRPr sz="1800"/>
            </a:pPr>
            <a:r>
              <a:t>• Real detection: short(Delly) 0.11, HiFi 0.64</a:t>
            </a:r>
          </a:p>
          <a:p>
            <a:pPr>
              <a:spcAft>
                <a:spcPts val="800"/>
              </a:spcAft>
              <a:defRPr sz="1800"/>
            </a:pPr>
            <a:r>
              <a:t>• Simulation is too clean -&gt; optimistic for breakpoints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Simulated errors; one DUP model; het only; DEL-dominant</a:t>
            </a:r>
          </a:p>
          <a:p>
            <a:pPr>
              <a:spcAft>
                <a:spcPts val="800"/>
              </a:spcAft>
              <a:defRPr sz="1800"/>
            </a:pPr>
            <a:r>
              <a:t>• Benign mostly gnomAD; easy benchmark (gene context)</a:t>
            </a:r>
          </a:p>
          <a:p>
            <a:pPr>
              <a:spcAft>
                <a:spcPts val="800"/>
              </a:spcAft>
              <a:defRPr sz="1800"/>
            </a:pPr>
            <a:r>
              <a:t>• No ONT, INS/INV, phasing, 60x short arm; one replicate</a:t>
            </a:r>
          </a:p>
          <a:p>
            <a:pPr>
              <a:spcAft>
                <a:spcPts val="800"/>
              </a:spcAft>
              <a:defRPr sz="1800"/>
            </a:pPr>
            <a:r>
              <a:t>• No real pathogenic reads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/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• After detection, long reads add no measurable classification value here (CI +/-0.004)</a:t>
            </a:r>
          </a:p>
          <a:p>
            <a:pPr>
              <a:spcAft>
                <a:spcPts val="800"/>
              </a:spcAft>
              <a:defRPr sz="1800"/>
            </a:pPr>
            <a:r>
              <a:t>• Their value is detecting SVs short reads miss (94.5 vs 91.6 %)</a:t>
            </a:r>
          </a:p>
          <a:p>
            <a:pPr>
              <a:spcAft>
                <a:spcPts val="800"/>
              </a:spcAft>
              <a:defRPr sz="1800"/>
            </a:pPr>
            <a:r>
              <a:t>• Next: real long-read call sets with real breakpoint noise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